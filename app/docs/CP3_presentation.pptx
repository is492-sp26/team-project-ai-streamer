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C-A-B: An Integrated Governance Pipeline for AI Livestream Agents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Team: Danni Wu, Fitz Song, Caroline Wen</a:t>
            </a:r>
          </a:p>
          <a:p>
            <a:r>
              <a:t>IS492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Gap in AI Livestream Safety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existing tools are single-turn, no memory, reactive</a:t>
            </a:r>
          </a:p>
          <a:p>
            <a:pPr>
              <a:defRPr sz="2400"/>
            </a:pPr>
            <a:r>
              <a:t>livestreams are multi-turn, adversarial, continuous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Target Users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Primary: AI VTuber creators, small development teams</a:t>
            </a:r>
          </a:p>
          <a:p>
            <a:pPr>
              <a:defRPr sz="2400"/>
            </a:pPr>
            <a:r>
              <a:t>Secondary: AI entertainment startups, streaming platform safety researchers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Success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64592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920240"/>
                <a:gridCol w="3017520"/>
              </a:tblGrid>
              <a:tr h="512064"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800"/>
                      </a:pPr>
                      <a:r>
                        <a:t>C-A-B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ASR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&lt;15%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TTI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Turn 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Turn 9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FPR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0%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Persona 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/>
                      </a:pPr>
                      <a:r>
                        <a:t>&gt;85%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