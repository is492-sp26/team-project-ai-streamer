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C-A-B: An Integrated Governance Pipeline for AI Livestream Agents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Team: Danni Wu, Fitz Song, Caroline Wen</a:t>
            </a:r>
          </a:p>
          <a:p>
            <a:r>
              <a:t>IS492 Spring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Gap in AI Livestream Safety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existing tools are single-turn, no memory, reactive</a:t>
            </a:r>
          </a:p>
          <a:p>
            <a:r>
              <a:t>livestreams are multi-turn, adversarial, continuous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Target Users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Primary: AI VTuber creators, small development teams</a:t>
            </a:r>
          </a:p>
          <a:p>
            <a:r>
              <a:t>Secondary: AI entertainment startups, streaming platform safety researchers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Success Metrics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645920"/>
          <a:ext cx="768096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2560320"/>
                <a:gridCol w="2560320"/>
              </a:tblGrid>
              <a:tr h="585216">
                <a:tc>
                  <a:txBody>
                    <a:bodyPr/>
                    <a:lstStyle/>
                    <a:p>
                      <a:r>
                        <a:t>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Baseline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C-A-B</a:t>
                      </a:r>
                    </a:p>
                  </a:txBody>
                  <a:tcPr/>
                </a:tc>
              </a:tr>
              <a:tr h="585216">
                <a:tc>
                  <a:txBody>
                    <a:bodyPr/>
                    <a:lstStyle/>
                    <a:p>
                      <a:r>
                        <a:t>ASR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&lt;15%</a:t>
                      </a:r>
                    </a:p>
                  </a:txBody>
                  <a:tcPr/>
                </a:tc>
              </a:tr>
              <a:tr h="585216">
                <a:tc>
                  <a:txBody>
                    <a:bodyPr/>
                    <a:lstStyle/>
                    <a:p>
                      <a:r>
                        <a:t>TTI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Turn 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Turn 9</a:t>
                      </a:r>
                    </a:p>
                  </a:txBody>
                  <a:tcPr/>
                </a:tc>
              </a:tr>
              <a:tr h="585216">
                <a:tc>
                  <a:txBody>
                    <a:bodyPr/>
                    <a:lstStyle/>
                    <a:p>
                      <a:r>
                        <a:t>FPR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unknown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0%</a:t>
                      </a:r>
                    </a:p>
                  </a:txBody>
                  <a:tcPr/>
                </a:tc>
              </a:tr>
              <a:tr h="585216">
                <a:tc>
                  <a:txBody>
                    <a:bodyPr/>
                    <a:lstStyle/>
                    <a:p>
                      <a:r>
                        <a:t>Persona Score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unknown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&gt;85%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